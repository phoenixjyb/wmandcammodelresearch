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417320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Noto Sans CJK SC"/>
              </a:defRPr>
            </a:pPr>
            <a:r>
              <a:t>相机感知视频生成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2743200"/>
            <a:ext cx="1828800" cy="73152"/>
          </a:xfrm>
          <a:prstGeom prst="rect">
            <a:avLst/>
          </a:prstGeom>
          <a:solidFill>
            <a:srgbClr val="58B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63240"/>
            <a:ext cx="1074420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技术演进、Atlas 评估与 Recomo 建议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从运镜提示词到标定空间模型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Recomo Research · 2026 年 9 月 3 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CF3F8"/>
                </a:solidFill>
                <a:latin typeface="Noto Sans CJK S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研究问题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该方向怎样从“向左平移”走向显式相机位姿、内参、几何、世界记忆和可执行拍摄轨迹？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真正控制的是什么？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哪些能力可以米制验证？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什么应该进入世界模型？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什么必须保持显式和确定性？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主要结论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胜出的方向不是更好的运镜提示词。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相机契约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持久化空间状态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几何条件生成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影视智能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确定性执行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视频模型是渲染器和预测器，不是几何与机器人安全的唯一权威。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相机感知能力阶梯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1. 语义运镜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2. 相对外参控制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3. 标定射线控制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4. 度量场景控制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5. 跨视角与四维一致性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6. 光学相机控制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7. 持久化空间世界模型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8. 可执行影视智能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相机术语必须精确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外参： 定义世界坐标中的旋转与平移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内参： 焦距参数与主点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投影/畸变： 针孔、鱼眼、径向/切向参数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光学： 对焦、光圈、快门、曝光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时间： 相机时间不总等于世界时间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Dolly 与 Zoom 可保持构图近似，却产生不同视差。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从位姿矩阵到稠密射线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位姿与内参为每个像素定义一条世界观测射线。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逐像素几何比单个帧级位姿 Token 更丰富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Plücker 射线成为常见条件表示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射线只给视线，不给表面深度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缺失的深度推动下一阶段。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1——MotionCtrl 与 CameraCtrl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MotionCtrl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分离物体和相机运动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给预训练生成器增加显式轨迹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CameraCtrl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把标定转换为逐像素 Plücker Embedding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将相机特征注入视频生成层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2——极线几何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CamCo · CamI2V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用极线限制跨视角特征检索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减少对应歧义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改善多视图一致性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剩余问题：训练数据以平缓、静态相机路径为主。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3——视频 DiT 相机适配器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VD3D 把标定相机控制带入 Transformer 视频扩散。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AC3D 研究控制应在何时、何处进入：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相机运动主要是低频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全局运动在去噪早期建立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选择性早期条件可保留动态与外观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CogVideoX 需要纠正的理解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CogVideoX 是强视频 DiT Backbone。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其“3D VAE”指视频空间—时间压缩，不是度量三维场景。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AC3D-CogVideoX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= CogVideoX 视觉先验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标定相机适配器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4——度量深度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RealCam-I2V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预测度量深度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把源图反投影为点云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对齐轨迹尺度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在估计场景中编辑路径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用几何预览约束生成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注意：度量质量仍受单目深度和标定限制。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5——显式三维缓存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GEN3C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维护深度构建的三维缓存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在目标相机下渲染已知内容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视频模型补全显露与不确定区域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计算已知视角变化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生成几何无法确定的内容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6——动态重拍与四维对应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ReCamMaster · CameraCtrl II · RealCam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改变视角但保持动态表演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扩大探索并支持流式运行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Track2View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投影三维轨迹规定源内容到目标内容的运动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世界时间和相机时间必须可分离。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阶段 7——内参与镜头光学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AKiRa · UCPE · DeltaCam · CameraAnything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焦距与视场角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镜头畸变与投影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Pitch、Roll 与重力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对焦与光圈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快门与曝光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原生分辨率与复合转场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相机成为可建模模态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4DiM · Rays as Pixels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一个模型可支持：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视频 → 相机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相机 → 视频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相机 + 视频联合生成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位姿/时间条件新视角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目标从旁路条件转为联合空间分布。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Atlas 真正改变了什么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World Labs 将 Atlas 描述为：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从头预训练为空间模型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多模态自回归扩散 Transformer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在共享上下文中使用文本、带位姿图像、图像序列和深度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生成相机可控视频与几何相关输出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支持更长设计路径和场景复用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战略信号：相机几何正在进入基础模型接口。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Atlas 尚未公开证明什么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仍未披露或未验证：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逐帧内参与动态焦距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米制平移容差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畸变和重力约定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闭环漂移与动态世界记忆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延迟、显存、模型规模、权重和 API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与专门相机模型的同输入比较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Atlas 应被视为方向验证，而不是可复现依赖。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开放问题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1. 相机/物体运动纠缠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2. 度量尺度完整性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3. 显露和未知真值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4. 闭环与重访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5. 重力、Roll/Pitch 与光学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6. 动态四维状态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7. 物理可执行性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测量 ≠ 重建 ≠ 生成。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Recomo 架构原则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1. 相机契约——完成标定、模型无关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2. 持久化世界状态——测量、重建、生成、动态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3. 生成渲染器——补全未知外观与运动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4. 机器人编译器——确定性可行性和安全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不建议用最新视频模型替换整个空间栈。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Recomo 参考流程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用户意图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影视 Planner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相机契约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机器人可行性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可执行轨迹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持久化空间状态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几何预览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相机感知生成器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→ 几何 + 影视 Critic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↺ 返回规划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标准相机契约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C(t) = {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T_world_camera(t), K(t), projection(t), distortion(t),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focus(t), aperture(t), shutter(t), exposure(t), time(t)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}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物理链：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世界 → 底盘 → 机械臂/举升 → 云台 → 相机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坐标、单位、时间基、标定和不确定性都要版本化。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Benchmark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三类环境：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完成标定的合成场景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Recomo 静态重复路径采集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同步动态真实场景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轨迹：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Pan/Tilt/Roll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Dolly/Truck/Crane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Orbit/Look-at 与 Dolly Zoom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大视差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非水平云台基座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Yaw 锁定/解锁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返回闭环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23364A"/>
                </a:solidFill>
                <a:latin typeface="Noto Sans CJK SC"/>
              </a:defRPr>
            </a:pPr>
            <a:r>
              <a:t>• 激进分布外路径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四套独立分数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Camera——旋转、米制平移、ATE/RPE、内参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World——重投影、深度、轨迹、身份、闭环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Cinema——构图、动态、连续性、人类偏好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Robot/System——可达、碰撞、稳定性、显存、运行时间、失败率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画面漂亮但相机错误，仍然是相机失败。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B68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24688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63798C"/>
                </a:solidFill>
                <a:latin typeface="Noto Sans CJK SC"/>
              </a:defRPr>
            </a:pPr>
            <a:r>
              <a:t>RECOMO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000">
                <a:solidFill>
                  <a:srgbClr val="122A42"/>
                </a:solidFill>
                <a:latin typeface="Noto Sans CJK SC"/>
              </a:defRPr>
            </a:pPr>
            <a:r>
              <a:t>实验优先级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44200" cy="4343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AC3D-CogVideoX——射线条件基线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RealCam-I2V——深度对齐度量控制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GEN3C——显式三维缓存生成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ReCamMaster / TrajectoryCrafter——动态重拍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UCPE / CameraAnything——光学与姿态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Track2View——显式对应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23364A"/>
                </a:solidFill>
                <a:latin typeface="Noto Sans CJK SC"/>
              </a:defRPr>
            </a:pPr>
            <a:r>
              <a:t>• Atlas——获得访问和公平评测条件后的参考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3798C"/>
                </a:solidFill>
                <a:latin typeface="Noto Sans CJK SC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30352"/>
            <a:ext cx="1097280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3600">
                <a:solidFill>
                  <a:srgbClr val="FFFFFF"/>
                </a:solidFill>
                <a:latin typeface="Noto Sans CJK SC"/>
              </a:defRPr>
            </a:pPr>
            <a:r>
              <a:t>最终建议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063240"/>
            <a:ext cx="10744200" cy="2286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Atlas式学习空间智能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显式三维状态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Recomo 影视规划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独立校验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• 确定性机器人执行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2000">
                <a:solidFill>
                  <a:srgbClr val="ECF3F8"/>
                </a:solidFill>
                <a:latin typeface="Noto Sans CJK SC"/>
              </a:defRPr>
            </a:pPr>
            <a:r>
              <a:t>先做功能对标，再训练 RGB—深度—相机联合模型；只有在度量和真实具身收益被证明后才扩大规模。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ECF3F8"/>
                </a:solidFill>
                <a:latin typeface="Noto Sans CJK SC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
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417320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ptos"/>
              </a:defRPr>
            </a:pPr>
            <a:r>
              <a:t>Camera-aware video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2743200"/>
            <a:ext cx="1828800" cy="73152"/>
          </a:xfrm>
          <a:prstGeom prst="rect">
            <a:avLst/>
          </a:prstGeom>
          <a:solidFill>
            <a:srgbClr val="58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74420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Evolution, Atlas assessment, and Recomo recommendations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From camera prompts to calibrated spatial models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Recomo Research · 3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CF3F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How did the field move from “pan left” to explicit camera pose, intrinsics, geometry, world memory, and executable filming trajectories?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What is actually controlled?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What is metrically verifiable?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What belongs inside a world model?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What should remain explicit and deterministic?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Main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The winning direction is not a better motion prompt.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camera contract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persistent spatial state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geometry-conditioned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cinematic intelligence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deterministic execution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 video model is a renderer and predictor—not the sole authority for geometry or robot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Capability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1. Semantic camera language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2. Relative extrinsic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3. Calibrated ray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4. Metric scene-aware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5. Cross-view and 4D consistency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6. Optical camera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7. Persistent spatial world modeling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8. Executable cinematic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Camera terminology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Extrinsics: rotation and translation in a defined world frame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Intrinsics: focal parameters and principal point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Projection/distortion: pinhole, fisheye, radial/tangential terms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Optics: focus, aperture, shutter, exposure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Time: camera time is not always world time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Dolly and zoom can preserve framing while producing different parallax.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From pose matrices to dense 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For each pixel, pose and intrinsics define a world-space viewing ray.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Pixel-aligned geometry is richer than a frame-level pose token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Plücker rays became a common conditioning representation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 ray identifies a line of sight—not the surface depth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That missing depth drives the next stage of the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1 — MotionCtrl and CameraCtrl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MotionCtrl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Separates object and camera motion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Adds explicit camera trajectories to a pretrained generator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CameraCtrl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Converts calibration into pixel-wise Plücker embeddings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Injects camera features into video-generation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2 — Epipolar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CamCo · CamI2V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Restrict cross-view feature retrieval using epipolar lines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Reduce correspondence ambiguity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Improve multi-view consistency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Remaining problem: training data is dominated by smooth, mostly static camera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3 — Video-DiT camera adapters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VD3D brings calibrated control to transformer video diffusion.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AC3D asks where and when camera control should enter: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camera motion is mostly low-frequency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global movement is established early in denoising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selective early conditioning preserves dynamics and appearance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CogVideoX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CogVideoX is a strong video-DiT backbone.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Its “3D VAE” means spatial-temporal video compression—not a metric 3D scene.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AC3D-CogVideoX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= CogVideoX visual prior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calibrated camera 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4 — Metric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RealCam-I2V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predicts metric depth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backprojects the source into a point cloud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aligns trajectory scale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lets users author a path in the estimated scene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conditions generation with a geometric preview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Caveat: metric quality remains bounded by monocular depth and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5 — Explicit 3D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GEN3C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maintains a depth-derived cache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renders known content at the target camera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asks the video model to complete disocclusion and uncertainty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compute the known viewpoint change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generate what geometry cannot determine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6 — Refilming and 4D correspondence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ReCamMaster · CameraCtrl II · RealCam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change viewpoint while preserving a dynamic performance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broaden exploration and support streaming operation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Track2View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projected 3D tracks specify source-to-target content motion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World time and camera time must be separable.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Stage 7 — Intrinsics and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AKiRa · UCPE · DeltaCam · CameraAnything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focal length and field of view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lens distortion and projection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pitch, roll, and gravity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focus and aperture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shutter and exposure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native resolution and compound transitions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Cameras become a modeled 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4DiM · Rays as Pixels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 single model can support: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video → camera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camera → video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camera + video joint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pose/time-conditioned novel views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The target changes from a side condition to a joint spatial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What Atlas genuinely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World Labs describes Atlas as: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pretrained from scratch as spatial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 multimodal autoregressive diffusion transformer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using text, posed images, image sequences, and depth in shared context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generating camera-controlled video and geometry-related outputs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supporting longer designed paths and scene reuse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Strategic signal: camera geometry is becoming a foundation-model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What Atlas does not yet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Publicly undisclosed or unverified: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per-frame intrinsics and changing focal length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metric translation tolerance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distortion and gravity conventions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loop-closure drift and dynamic-world memory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latency, VRAM, model size, weights, and API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equal-input comparison with specialist camera models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Treat Atlas as validation of direction, not a reproducible dependency.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Open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1. Camera/object-motion entanglement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2. Metric-scale integrity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3. Disocclusion and unknown truth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4. Loop closure and revisitation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5. Gravity, roll/pitch, and optics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6. Dynamic 4D state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7. Physical executability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Measured ≠ reconstructed ≠ generated.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Recomo architectural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1. Camera contract — calibrated and model-independent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2. Persistent world state — measured, reconstructed, generated, dynamic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3. Generative renderer — completes unknown appearance and motion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4. Robot compiler — deterministic feasibility and safety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Do not replace the spatial stack with the newest video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Recomo reference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User intent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Cinematic planner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Camera contract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Robot feasibility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Executable trajectory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Persistent spatial state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Geometry preview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Camera-aware generator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→ Geometric + cinematic critic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↺ planning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Canonical camera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C(t) = {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T_world_camera(t), K(t), projection(t), distortion(t),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focus(t), aperture(t), shutter(t), exposure(t), time(t)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}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Physical chain: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World → Chassis → Arm/Lift → Gimbal → Camera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Version frames, units, timebase, calibration, and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Benchmark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Three regimes: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calibrated synthetic scenes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repeated static Recomo captures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dynamic synchronized real scenes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Trajectory suite: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pan/tilt/roll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dolly/truck/crane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orbit/look-at and dolly zoom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large parallax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non-level gimbal base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yaw lock/unlock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loop closure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Aptos"/>
              </a:defRPr>
            </a:pPr>
            <a:r>
              <a:t>• aggressive OOD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Four independent scorecards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Camera — rotation, metric translation, ATE/RPE, intrinsics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World — reprojection, depth, tracks, identity, loop closure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Cinema — composition, dynamics, continuity, human preference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Robot/system — reachability, collision, stability, VRAM, runtime, failures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A beautiful video with a wrong camera is still a camera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Aptos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Aptos"/>
              </a:defRPr>
            </a:pPr>
            <a:r>
              <a:t>Experimental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AC3D-CogVideoX — ray-conditioning baseline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RealCam-I2V — depth-aligned metric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GEN3C — explicit 3D-cache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ReCamMaster / TrajectoryCrafter — dynamic refilming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UCPE / CameraAnything — optics and orientation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Track2View — explicit correspondence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Aptos"/>
              </a:defRPr>
            </a:pPr>
            <a:r>
              <a:t>• Atlas — reference when access and fair evaluation become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Aptos"/>
              </a:defRPr>
            </a:pPr>
            <a:r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063240"/>
            <a:ext cx="1074420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Atlas-like learned spatial intelligence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explicit 3D state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Recomo cinematic planning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independent verification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• deterministic robot execution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Aptos"/>
              </a:defRPr>
            </a:pPr>
            <a:r>
              <a:t>Build a functional counterpart first, then a joint RGB-depth-camera model, and scale only after metric and embodiment gains are demonstrated.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CF3F8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